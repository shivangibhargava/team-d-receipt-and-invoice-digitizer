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Nuni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Nuni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Nunito-bold.fntdata"/><Relationship Id="rId6" Type="http://schemas.openxmlformats.org/officeDocument/2006/relationships/slide" Target="slides/slide1.xml"/><Relationship Id="rId18" Type="http://schemas.openxmlformats.org/officeDocument/2006/relationships/font" Target="fonts/Nuni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bad1d52bce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bad1d52bc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bad1d52bce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bad1d52bce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bad1d52bce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bad1d52bce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bad1d52bce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bad1d52bce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bad1d52bce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bad1d52bce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bad1d52bce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bad1d52bce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bad1d52bce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bad1d52bce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bad1d52bce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bad1d52bce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bad1d52bce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bad1d52bce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bae965b2dc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bae965b2dc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bae965b2dc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bae965b2d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E599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Receipt &amp; </a:t>
            </a:r>
            <a:r>
              <a:rPr lang="en"/>
              <a:t>Invoice Digitizer</a:t>
            </a:r>
            <a:endParaRPr/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By: Shivangi Bhargava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Statement </a:t>
            </a:r>
            <a:r>
              <a:rPr lang="en"/>
              <a:t>Overview</a:t>
            </a:r>
            <a:endParaRPr/>
          </a:p>
        </p:txBody>
      </p:sp>
      <p:sp>
        <p:nvSpPr>
          <p:cNvPr id="135" name="Google Shape;135;p14"/>
          <p:cNvSpPr txBox="1"/>
          <p:nvPr>
            <p:ph idx="1" type="body"/>
          </p:nvPr>
        </p:nvSpPr>
        <p:spPr>
          <a:xfrm>
            <a:off x="777850" y="15366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Businesses and individuals handle numerous paper receipts and invoices, which are prone to loss, errors, and manual entry delays.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We built a</a:t>
            </a:r>
            <a:r>
              <a:rPr lang="en"/>
              <a:t>utomated system for scanning, extracting and digitizing information from receipts and invoices using OCR.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 Components </a:t>
            </a:r>
            <a:endParaRPr/>
          </a:p>
        </p:txBody>
      </p:sp>
      <p:sp>
        <p:nvSpPr>
          <p:cNvPr id="141" name="Google Shape;141;p15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Frontend: Uses Streamlit to create a web-based dashboard with tabs for uploading receipts and viewing analytics.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API: Leverages Google Gemini Flash, a fast AI model that reads images and extracts itemised details into JSON.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Database: A SQLite database acts as a persistent vault, storing merchant names, dates, and costs indefinitely.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Database Structure</a:t>
            </a:r>
            <a:endParaRPr/>
          </a:p>
        </p:txBody>
      </p:sp>
      <p:sp>
        <p:nvSpPr>
          <p:cNvPr id="147" name="Google Shape;147;p16"/>
          <p:cNvSpPr txBox="1"/>
          <p:nvPr>
            <p:ph idx="1" type="body"/>
          </p:nvPr>
        </p:nvSpPr>
        <p:spPr>
          <a:xfrm>
            <a:off x="819150" y="14953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</a:t>
            </a:r>
            <a:r>
              <a:rPr lang="en"/>
              <a:t>ses sqlite3 to create a table called receipts.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It stores: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▪Merchant Name &amp; Date of Purchase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▪Total Cost &amp; Currency Type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▪Raw JSON: A detailed list of every item bought.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This allows the app to remember your spending even after you close the browser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Image Preprocessing</a:t>
            </a:r>
            <a:endParaRPr/>
          </a:p>
        </p:txBody>
      </p:sp>
      <p:sp>
        <p:nvSpPr>
          <p:cNvPr id="153" name="Google Shape;153;p17"/>
          <p:cNvSpPr txBox="1"/>
          <p:nvPr>
            <p:ph idx="1" type="body"/>
          </p:nvPr>
        </p:nvSpPr>
        <p:spPr>
          <a:xfrm>
            <a:off x="819150" y="16398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used following to "clean" the receipt: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Grayscale: Removes unnecessary colors.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Denoising: Clears graininess.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Thresholding: Makes text black and white.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This results in much higher extraction success rates.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8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 Extraction: Gemini API</a:t>
            </a:r>
            <a:endParaRPr/>
          </a:p>
        </p:txBody>
      </p:sp>
      <p:sp>
        <p:nvSpPr>
          <p:cNvPr id="159" name="Google Shape;159;p18"/>
          <p:cNvSpPr txBox="1"/>
          <p:nvPr>
            <p:ph idx="1" type="body"/>
          </p:nvPr>
        </p:nvSpPr>
        <p:spPr>
          <a:xfrm>
            <a:off x="819150" y="1619200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core intelligence is the analyze_receipt() function.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It sends the cleaned image to Google's AI with a specific prompt.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AI is instructed to "Extract receipt details into JSON."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By specifying a format, we ensure the computer can read the AI's response without errors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9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Instructing the AI </a:t>
            </a:r>
            <a:endParaRPr/>
          </a:p>
        </p:txBody>
      </p:sp>
      <p:sp>
        <p:nvSpPr>
          <p:cNvPr id="165" name="Google Shape;165;p19"/>
          <p:cNvSpPr txBox="1"/>
          <p:nvPr>
            <p:ph idx="1" type="body"/>
          </p:nvPr>
        </p:nvSpPr>
        <p:spPr>
          <a:xfrm>
            <a:off x="819150" y="151597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use a structured text prompt to tell the AI exactly what we want. This prevents the AI from "chatting" and forces it to just give us the data. Strict Output: The prompt ends with "Return ONLY JSON.”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JSON is like a digital checklist. It defines labels like "merchant" and "total". This makes it easy for our Python code to save the data directly into our SQLite database.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0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 Interface</a:t>
            </a:r>
            <a:endParaRPr/>
          </a:p>
        </p:txBody>
      </p:sp>
      <p:sp>
        <p:nvSpPr>
          <p:cNvPr id="171" name="Google Shape;171;p20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Multi-Format Upload: Supports JPG, PNG, and even multi-page PDFs.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Side-by-Side View: Users see the original image vs the "cleaned" AI version.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History Vault: A persistent table that lets users select a specific receipt to see its individual line items.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Analytics dashboard: Includes filters, charts and graph.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1"/>
          <p:cNvSpPr txBox="1"/>
          <p:nvPr>
            <p:ph type="title"/>
          </p:nvPr>
        </p:nvSpPr>
        <p:spPr>
          <a:xfrm>
            <a:off x="545500" y="32295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Architecture Diagram</a:t>
            </a:r>
            <a:endParaRPr/>
          </a:p>
        </p:txBody>
      </p:sp>
      <p:sp>
        <p:nvSpPr>
          <p:cNvPr id="177" name="Google Shape;177;p21"/>
          <p:cNvSpPr txBox="1"/>
          <p:nvPr>
            <p:ph idx="1" type="body"/>
          </p:nvPr>
        </p:nvSpPr>
        <p:spPr>
          <a:xfrm>
            <a:off x="231575" y="15568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178" name="Google Shape;178;p21" title="Screenshot 2026-01-19 19133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6600" y="925900"/>
            <a:ext cx="2296675" cy="3916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2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Implemented Modules </a:t>
            </a:r>
            <a:endParaRPr/>
          </a:p>
        </p:txBody>
      </p:sp>
      <p:sp>
        <p:nvSpPr>
          <p:cNvPr id="184" name="Google Shape;184;p22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Milestone 1: 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Document Ingestion &amp; OCR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Implement file upload.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Preprocess images for OCR.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Extract raw text from sample receipts.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3"/>
          <p:cNvSpPr txBox="1"/>
          <p:nvPr>
            <p:ph type="title"/>
          </p:nvPr>
        </p:nvSpPr>
        <p:spPr>
          <a:xfrm>
            <a:off x="571825" y="239950"/>
            <a:ext cx="71925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Screenshots</a:t>
            </a:r>
            <a:endParaRPr/>
          </a:p>
        </p:txBody>
      </p:sp>
      <p:pic>
        <p:nvPicPr>
          <p:cNvPr id="190" name="Google Shape;19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825" y="889499"/>
            <a:ext cx="7595901" cy="3885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4"/>
          <p:cNvSpPr txBox="1"/>
          <p:nvPr>
            <p:ph type="title"/>
          </p:nvPr>
        </p:nvSpPr>
        <p:spPr>
          <a:xfrm>
            <a:off x="502775" y="3213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Screenshot</a:t>
            </a:r>
            <a:endParaRPr/>
          </a:p>
        </p:txBody>
      </p:sp>
      <p:pic>
        <p:nvPicPr>
          <p:cNvPr id="196" name="Google Shape;19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775" y="907425"/>
            <a:ext cx="7056098" cy="3972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