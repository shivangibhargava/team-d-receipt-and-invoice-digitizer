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d1d52b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ad1d52b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d1d52bc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ad1d52bc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ad1d52bc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ad1d52bc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ad1d52bc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ad1d52bc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ad1d52bc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ad1d52bc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d1d52bc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ad1d52bc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ad1d52bc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ad1d52bc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ad1d52bc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ad1d52bc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ae965b2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ae965b2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ae965b2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ae965b2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ad1d52bc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ad1d52bc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ae965b2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ae965b2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a048f8f5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a048f8f5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a048f8f5d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a048f8f5d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a048f8f5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a048f8f5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a048f8f5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ba048f8f5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a048f8f5d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ba048f8f5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e105b46cb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e105b46cb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Receipt &amp; </a:t>
            </a:r>
            <a:r>
              <a:rPr lang="en"/>
              <a:t>Invoice Digitizer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Shivangi Bhargava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</a:t>
            </a:r>
            <a:r>
              <a:rPr lang="en"/>
              <a:t>Overview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777850" y="15366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Businesses and individuals handle numerous paper receipts and invoices, which are prone to loss, errors, and manual entry delays.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built a</a:t>
            </a:r>
            <a:r>
              <a:rPr lang="en"/>
              <a:t>utomated system for scanning, extracting and digitizing information from receipts and invoices using OCR.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 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Frontend: Uses Streamlit to create a web-based dashboard with tabs for uploading receipts and viewing analytics.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API: Leverages Google Gemini Flash, a fast AI model that reads images and extracts itemised details into 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Database: A SQLite database acts as a persistent vault, storing merchant names, dates, and costs indefinitely.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Structure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4953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r>
              <a:rPr lang="en"/>
              <a:t>ses sqlite3 to create a table called receipts.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stores: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▪Merchant Name &amp; Date of Purchase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▪Total Cost &amp; Currency Type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▪Raw JSON: A detailed list of every item bought.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allows the app to remember your spending even after you close the browser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Preprocessing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639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following to "clean" the receipt: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Grayscale: Removes unnecessary colors.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Denoising: Clears graininess.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Thresholding: Makes text black and white.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results in much higher extraction success rates.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Extraction: Gemini API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619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intelligence is the analyze_receipt() function.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sends the cleaned image to Google's AI with a specific prompt.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AI is instructed to "Extract receipt details into JSON."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By specifying a format, we ensure the computer can read the AI's response without errors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Instructing the AI 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5159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a structured text prompt to tell the AI exactly what we want. This prevents the AI from "chatting" and forces it to just give us the data. Strict Output: The prompt ends with "Return ONLY JSON.”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JSON is like a digital checklist. It defines labels like "merchant" and "total". This makes it easy for our Python code to save the data directly into our SQLite database.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Multi-Format Upload: Supports JPG, PNG, and even multi-page PDFs.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Side-by-Side View: Users see the original image vs the "cleaned" AI version.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History Vault: A persistent table that lets users select a specific receipt to see its individual line items.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Analytics dashboard: Includes filters, charts and graph.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545500" y="322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Diagram</a:t>
            </a:r>
            <a:endParaRPr/>
          </a:p>
        </p:txBody>
      </p:sp>
      <p:sp>
        <p:nvSpPr>
          <p:cNvPr id="177" name="Google Shape;177;p21"/>
          <p:cNvSpPr txBox="1"/>
          <p:nvPr>
            <p:ph idx="1" type="body"/>
          </p:nvPr>
        </p:nvSpPr>
        <p:spPr>
          <a:xfrm>
            <a:off x="231575" y="15568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78" name="Google Shape;178;p21" title="Screenshot 2026-01-19 1913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600" y="925900"/>
            <a:ext cx="2296675" cy="391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502775" y="321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Screenshots</a:t>
            </a:r>
            <a:endParaRPr/>
          </a:p>
        </p:txBody>
      </p:sp>
      <p:pic>
        <p:nvPicPr>
          <p:cNvPr id="184" name="Google Shape;18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75" y="907425"/>
            <a:ext cx="7056098" cy="397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571825" y="239950"/>
            <a:ext cx="71925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Screenshots</a:t>
            </a:r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825" y="889499"/>
            <a:ext cx="7595901" cy="388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Modules 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1: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Document Ingestion &amp; OCR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Implement file upload.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Preprocess images for OCR.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Extract raw text from sample receipts.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Milestone 2 -</a:t>
            </a:r>
            <a:r>
              <a:rPr lang="en"/>
              <a:t> Implemented Modules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819150" y="15929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Apply regex + NLP to parse key fields.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Validate totals and detect duplicates.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• Store structured results in DB.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03" name="Google Shape;2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500" y="1800199"/>
            <a:ext cx="3637476" cy="227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Extraction &amp; Validation</a:t>
            </a:r>
            <a:endParaRPr/>
          </a:p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3917550" y="1800200"/>
            <a:ext cx="4407300" cy="19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NLP/Regex-based extraction for date, vendor, invoice ID, tax, total amount, line items.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Validate extracted totals (subtotal + tax = total).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Detect duplicates via invoice number or hash. 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00" y="1979075"/>
            <a:ext cx="3028950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484025" y="859025"/>
            <a:ext cx="75057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Storage</a:t>
            </a:r>
            <a:endParaRPr/>
          </a:p>
        </p:txBody>
      </p: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484025" y="1937800"/>
            <a:ext cx="4227300" cy="14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Store structured invoice/receipt data in SQL database.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Support search by vendor, date, or amount.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325" y="1505038"/>
            <a:ext cx="3792750" cy="2133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819150" y="564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: Tab 1</a:t>
            </a: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 rotWithShape="1">
          <a:blip r:embed="rId3">
            <a:alphaModFix/>
          </a:blip>
          <a:srcRect b="0" l="0" r="33038" t="0"/>
          <a:stretch/>
        </p:blipFill>
        <p:spPr>
          <a:xfrm>
            <a:off x="5808111" y="1348375"/>
            <a:ext cx="3022965" cy="276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00" y="1305325"/>
            <a:ext cx="5234975" cy="281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882425" y="491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: Tab 2</a:t>
            </a:r>
            <a:endParaRPr/>
          </a:p>
        </p:txBody>
      </p:sp>
      <p:pic>
        <p:nvPicPr>
          <p:cNvPr id="230" name="Google Shape;2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400" y="1373850"/>
            <a:ext cx="6219201" cy="334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819150" y="4388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: Tab 3</a:t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075354"/>
            <a:ext cx="7505702" cy="3707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1" title="deepseek_mermaid_20260126_1b8de3.png"/>
          <p:cNvPicPr preferRelativeResize="0"/>
          <p:nvPr/>
        </p:nvPicPr>
        <p:blipFill rotWithShape="1">
          <a:blip r:embed="rId3">
            <a:alphaModFix/>
          </a:blip>
          <a:srcRect b="1957" l="0" r="0" t="2082"/>
          <a:stretch/>
        </p:blipFill>
        <p:spPr>
          <a:xfrm>
            <a:off x="5036800" y="185813"/>
            <a:ext cx="3198551" cy="477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>
            <p:ph type="title"/>
          </p:nvPr>
        </p:nvSpPr>
        <p:spPr>
          <a:xfrm>
            <a:off x="601900" y="1617150"/>
            <a:ext cx="46182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Diagram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